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1" r:id="rId2"/>
    <p:sldMasterId id="2147483685" r:id="rId3"/>
  </p:sldMasterIdLst>
  <p:notesMasterIdLst>
    <p:notesMasterId r:id="rId5"/>
  </p:notesMasterIdLst>
  <p:sldIdLst>
    <p:sldId id="256" r:id="rId4"/>
  </p:sldIdLst>
  <p:sldSz cx="32918400" cy="438912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1pPr>
    <a:lvl2pPr marL="473751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2pPr>
    <a:lvl3pPr marL="947501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3pPr>
    <a:lvl4pPr marL="1421252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4pPr>
    <a:lvl5pPr marL="1895003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5pPr>
    <a:lvl6pPr marL="2368753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6pPr>
    <a:lvl7pPr marL="2842504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7pPr>
    <a:lvl8pPr marL="3316254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8pPr>
    <a:lvl9pPr marL="3790005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5592" userDrawn="1">
          <p15:clr>
            <a:srgbClr val="A4A3A4"/>
          </p15:clr>
        </p15:guide>
        <p15:guide id="2" orient="horz" pos="24946" userDrawn="1">
          <p15:clr>
            <a:srgbClr val="A4A3A4"/>
          </p15:clr>
        </p15:guide>
        <p15:guide id="3" pos="-1042" userDrawn="1">
          <p15:clr>
            <a:srgbClr val="A4A3A4"/>
          </p15:clr>
        </p15:guide>
        <p15:guide id="4" pos="6297" userDrawn="1">
          <p15:clr>
            <a:srgbClr val="A4A3A4"/>
          </p15:clr>
        </p15:guide>
        <p15:guide id="5" pos="6680" userDrawn="1">
          <p15:clr>
            <a:srgbClr val="A4A3A4"/>
          </p15:clr>
        </p15:guide>
        <p15:guide id="6" pos="21739" userDrawn="1">
          <p15:clr>
            <a:srgbClr val="A4A3A4"/>
          </p15:clr>
        </p15:guide>
        <p15:guide id="7" pos="14017" userDrawn="1">
          <p15:clr>
            <a:srgbClr val="A4A3A4"/>
          </p15:clr>
        </p15:guide>
        <p15:guide id="8" pos="14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3C37"/>
    <a:srgbClr val="376092"/>
    <a:srgbClr val="1F497D"/>
    <a:srgbClr val="460000"/>
    <a:srgbClr val="FF9900"/>
    <a:srgbClr val="008080"/>
    <a:srgbClr val="262670"/>
    <a:srgbClr val="F37431"/>
    <a:srgbClr val="00C200"/>
    <a:srgbClr val="84C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 autoAdjust="0"/>
    <p:restoredTop sz="93431" autoAdjust="0"/>
  </p:normalViewPr>
  <p:slideViewPr>
    <p:cSldViewPr snapToGrid="0" snapToObjects="1">
      <p:cViewPr varScale="1">
        <p:scale>
          <a:sx n="17" d="100"/>
          <a:sy n="17" d="100"/>
        </p:scale>
        <p:origin x="3846" y="84"/>
      </p:cViewPr>
      <p:guideLst>
        <p:guide orient="horz" pos="5592"/>
        <p:guide orient="horz" pos="24946"/>
        <p:guide pos="-1042"/>
        <p:guide pos="6297"/>
        <p:guide pos="6680"/>
        <p:guide pos="21739"/>
        <p:guide pos="14017"/>
        <p:guide pos="144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3125" y="685800"/>
            <a:ext cx="25717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50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65DE89DF-C3F1-4E4B-8530-04051383B6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427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73751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2pPr>
    <a:lvl3pPr marL="947501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3pPr>
    <a:lvl4pPr marL="1421252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4pPr>
    <a:lvl5pPr marL="1895003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5pPr>
    <a:lvl6pPr marL="2368753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6pPr>
    <a:lvl7pPr marL="2842504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7pPr>
    <a:lvl8pPr marL="3316254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8pPr>
    <a:lvl9pPr marL="3790005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eaLnBrk="1" hangingPunct="1"/>
            <a:fld id="{631708C0-155B-8E4C-A5E2-7C72EC18D446}" type="slidenum">
              <a:rPr lang="en-US" sz="1200">
                <a:latin typeface="Arial" charset="0"/>
              </a:rPr>
              <a:pPr eaLnBrk="1" hangingPunct="1"/>
              <a:t>1</a:t>
            </a:fld>
            <a:endParaRPr lang="en-US" sz="1200">
              <a:latin typeface="Arial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43125" y="685800"/>
            <a:ext cx="257175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GB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213" y="13635557"/>
            <a:ext cx="27979985" cy="9406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414" y="24871099"/>
            <a:ext cx="23041575" cy="11218123"/>
          </a:xfrm>
        </p:spPr>
        <p:txBody>
          <a:bodyPr/>
          <a:lstStyle>
            <a:lvl1pPr marL="0" indent="0" algn="ctr">
              <a:buNone/>
              <a:defRPr/>
            </a:lvl1pPr>
            <a:lvl2pPr marL="468813" indent="0" algn="ctr">
              <a:buNone/>
              <a:defRPr/>
            </a:lvl2pPr>
            <a:lvl3pPr marL="937626" indent="0" algn="ctr">
              <a:buNone/>
              <a:defRPr/>
            </a:lvl3pPr>
            <a:lvl4pPr marL="1406439" indent="0" algn="ctr">
              <a:buNone/>
              <a:defRPr/>
            </a:lvl4pPr>
            <a:lvl5pPr marL="1875252" indent="0" algn="ctr">
              <a:buNone/>
              <a:defRPr/>
            </a:lvl5pPr>
            <a:lvl6pPr marL="2344064" indent="0" algn="ctr">
              <a:buNone/>
              <a:defRPr/>
            </a:lvl6pPr>
            <a:lvl7pPr marL="2812877" indent="0" algn="ctr">
              <a:buNone/>
              <a:defRPr/>
            </a:lvl7pPr>
            <a:lvl8pPr marL="3281690" indent="0" algn="ctr">
              <a:buNone/>
              <a:defRPr/>
            </a:lvl8pPr>
            <a:lvl9pPr marL="375050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676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70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53" y="28204020"/>
            <a:ext cx="27981438" cy="8717466"/>
          </a:xfrm>
        </p:spPr>
        <p:txBody>
          <a:bodyPr anchor="t"/>
          <a:lstStyle>
            <a:lvl1pPr algn="l">
              <a:defRPr sz="410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9853" y="18602037"/>
            <a:ext cx="27981438" cy="9601986"/>
          </a:xfrm>
        </p:spPr>
        <p:txBody>
          <a:bodyPr anchor="b"/>
          <a:lstStyle>
            <a:lvl1pPr marL="0" indent="0">
              <a:buNone/>
              <a:defRPr sz="2051"/>
            </a:lvl1pPr>
            <a:lvl2pPr marL="468813" indent="0">
              <a:buNone/>
              <a:defRPr sz="1846"/>
            </a:lvl2pPr>
            <a:lvl3pPr marL="937626" indent="0">
              <a:buNone/>
              <a:defRPr sz="1641"/>
            </a:lvl3pPr>
            <a:lvl4pPr marL="1406439" indent="0">
              <a:buNone/>
              <a:defRPr sz="1436"/>
            </a:lvl4pPr>
            <a:lvl5pPr marL="1875252" indent="0">
              <a:buNone/>
              <a:defRPr sz="1436"/>
            </a:lvl5pPr>
            <a:lvl6pPr marL="2344064" indent="0">
              <a:buNone/>
              <a:defRPr sz="1436"/>
            </a:lvl6pPr>
            <a:lvl7pPr marL="2812877" indent="0">
              <a:buNone/>
              <a:defRPr sz="1436"/>
            </a:lvl7pPr>
            <a:lvl8pPr marL="3281690" indent="0">
              <a:buNone/>
              <a:defRPr sz="1436"/>
            </a:lvl8pPr>
            <a:lvl9pPr marL="3750503" indent="0">
              <a:buNone/>
              <a:defRPr sz="14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74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2585" y="6406491"/>
            <a:ext cx="3669697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1637" y="6406491"/>
            <a:ext cx="3671150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41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41" y="1757429"/>
            <a:ext cx="29626124" cy="731616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137" y="9824568"/>
            <a:ext cx="14543788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137" y="13920077"/>
            <a:ext cx="14543788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671" y="9824568"/>
            <a:ext cx="14549593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671" y="13920077"/>
            <a:ext cx="14549593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58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47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97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38" y="1747754"/>
            <a:ext cx="10829089" cy="7436168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068" y="1747756"/>
            <a:ext cx="18402194" cy="37459553"/>
          </a:xfrm>
        </p:spPr>
        <p:txBody>
          <a:bodyPr/>
          <a:lstStyle>
            <a:lvl1pPr>
              <a:defRPr sz="3281"/>
            </a:lvl1pPr>
            <a:lvl2pPr>
              <a:defRPr sz="2871"/>
            </a:lvl2pPr>
            <a:lvl3pPr>
              <a:defRPr sz="2461"/>
            </a:lvl3pPr>
            <a:lvl4pPr>
              <a:defRPr sz="2051"/>
            </a:lvl4pPr>
            <a:lvl5pPr>
              <a:defRPr sz="2051"/>
            </a:lvl5pPr>
            <a:lvl6pPr>
              <a:defRPr sz="2051"/>
            </a:lvl6pPr>
            <a:lvl7pPr>
              <a:defRPr sz="2051"/>
            </a:lvl7pPr>
            <a:lvl8pPr>
              <a:defRPr sz="2051"/>
            </a:lvl8pPr>
            <a:lvl9pPr>
              <a:defRPr sz="20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138" y="9183924"/>
            <a:ext cx="10829089" cy="30023385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402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457" y="30724042"/>
            <a:ext cx="19750750" cy="3627115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457" y="3921317"/>
            <a:ext cx="19750750" cy="26334334"/>
          </a:xfrm>
        </p:spPr>
        <p:txBody>
          <a:bodyPr/>
          <a:lstStyle>
            <a:lvl1pPr marL="0" indent="0">
              <a:buNone/>
              <a:defRPr sz="3281"/>
            </a:lvl1pPr>
            <a:lvl2pPr marL="468813" indent="0">
              <a:buNone/>
              <a:defRPr sz="2871"/>
            </a:lvl2pPr>
            <a:lvl3pPr marL="937626" indent="0">
              <a:buNone/>
              <a:defRPr sz="2461"/>
            </a:lvl3pPr>
            <a:lvl4pPr marL="1406439" indent="0">
              <a:buNone/>
              <a:defRPr sz="2051"/>
            </a:lvl4pPr>
            <a:lvl5pPr marL="1875252" indent="0">
              <a:buNone/>
              <a:defRPr sz="2051"/>
            </a:lvl5pPr>
            <a:lvl6pPr marL="2344064" indent="0">
              <a:buNone/>
              <a:defRPr sz="2051"/>
            </a:lvl6pPr>
            <a:lvl7pPr marL="2812877" indent="0">
              <a:buNone/>
              <a:defRPr sz="2051"/>
            </a:lvl7pPr>
            <a:lvl8pPr marL="3281690" indent="0">
              <a:buNone/>
              <a:defRPr sz="2051"/>
            </a:lvl8pPr>
            <a:lvl9pPr marL="3750503" indent="0">
              <a:buNone/>
              <a:defRPr sz="2051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457" y="34351154"/>
            <a:ext cx="19750750" cy="5150351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117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86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98680" y="1697430"/>
            <a:ext cx="7864881" cy="41239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2586" y="1697430"/>
            <a:ext cx="23456737" cy="41239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3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213" y="13635557"/>
            <a:ext cx="27979985" cy="9406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414" y="24871099"/>
            <a:ext cx="23041575" cy="11218123"/>
          </a:xfrm>
        </p:spPr>
        <p:txBody>
          <a:bodyPr/>
          <a:lstStyle>
            <a:lvl1pPr marL="0" indent="0" algn="ctr">
              <a:buNone/>
              <a:defRPr/>
            </a:lvl1pPr>
            <a:lvl2pPr marL="468813" indent="0" algn="ctr">
              <a:buNone/>
              <a:defRPr/>
            </a:lvl2pPr>
            <a:lvl3pPr marL="937626" indent="0" algn="ctr">
              <a:buNone/>
              <a:defRPr/>
            </a:lvl3pPr>
            <a:lvl4pPr marL="1406439" indent="0" algn="ctr">
              <a:buNone/>
              <a:defRPr/>
            </a:lvl4pPr>
            <a:lvl5pPr marL="1875252" indent="0" algn="ctr">
              <a:buNone/>
              <a:defRPr/>
            </a:lvl5pPr>
            <a:lvl6pPr marL="2344064" indent="0" algn="ctr">
              <a:buNone/>
              <a:defRPr/>
            </a:lvl6pPr>
            <a:lvl7pPr marL="2812877" indent="0" algn="ctr">
              <a:buNone/>
              <a:defRPr/>
            </a:lvl7pPr>
            <a:lvl8pPr marL="3281690" indent="0" algn="ctr">
              <a:buNone/>
              <a:defRPr/>
            </a:lvl8pPr>
            <a:lvl9pPr marL="375050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072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79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53" y="28204020"/>
            <a:ext cx="27981438" cy="8717466"/>
          </a:xfrm>
        </p:spPr>
        <p:txBody>
          <a:bodyPr anchor="t"/>
          <a:lstStyle>
            <a:lvl1pPr algn="l">
              <a:defRPr sz="410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9853" y="18602037"/>
            <a:ext cx="27981438" cy="9601986"/>
          </a:xfrm>
        </p:spPr>
        <p:txBody>
          <a:bodyPr anchor="b"/>
          <a:lstStyle>
            <a:lvl1pPr marL="0" indent="0">
              <a:buNone/>
              <a:defRPr sz="2051"/>
            </a:lvl1pPr>
            <a:lvl2pPr marL="468813" indent="0">
              <a:buNone/>
              <a:defRPr sz="1846"/>
            </a:lvl2pPr>
            <a:lvl3pPr marL="937626" indent="0">
              <a:buNone/>
              <a:defRPr sz="1641"/>
            </a:lvl3pPr>
            <a:lvl4pPr marL="1406439" indent="0">
              <a:buNone/>
              <a:defRPr sz="1436"/>
            </a:lvl4pPr>
            <a:lvl5pPr marL="1875252" indent="0">
              <a:buNone/>
              <a:defRPr sz="1436"/>
            </a:lvl5pPr>
            <a:lvl6pPr marL="2344064" indent="0">
              <a:buNone/>
              <a:defRPr sz="1436"/>
            </a:lvl6pPr>
            <a:lvl7pPr marL="2812877" indent="0">
              <a:buNone/>
              <a:defRPr sz="1436"/>
            </a:lvl7pPr>
            <a:lvl8pPr marL="3281690" indent="0">
              <a:buNone/>
              <a:defRPr sz="1436"/>
            </a:lvl8pPr>
            <a:lvl9pPr marL="3750503" indent="0">
              <a:buNone/>
              <a:defRPr sz="14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936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682" y="6406491"/>
            <a:ext cx="15751536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10571" y="6406491"/>
            <a:ext cx="15752986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256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41" y="1757429"/>
            <a:ext cx="29626124" cy="731616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137" y="9824568"/>
            <a:ext cx="14543788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137" y="13920077"/>
            <a:ext cx="14543788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671" y="9824568"/>
            <a:ext cx="14549593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671" y="13920077"/>
            <a:ext cx="14549593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54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122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483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38" y="1747754"/>
            <a:ext cx="10829089" cy="7436168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068" y="1747756"/>
            <a:ext cx="18402194" cy="37459553"/>
          </a:xfrm>
        </p:spPr>
        <p:txBody>
          <a:bodyPr/>
          <a:lstStyle>
            <a:lvl1pPr>
              <a:defRPr sz="3281"/>
            </a:lvl1pPr>
            <a:lvl2pPr>
              <a:defRPr sz="2871"/>
            </a:lvl2pPr>
            <a:lvl3pPr>
              <a:defRPr sz="2461"/>
            </a:lvl3pPr>
            <a:lvl4pPr>
              <a:defRPr sz="2051"/>
            </a:lvl4pPr>
            <a:lvl5pPr>
              <a:defRPr sz="2051"/>
            </a:lvl5pPr>
            <a:lvl6pPr>
              <a:defRPr sz="2051"/>
            </a:lvl6pPr>
            <a:lvl7pPr>
              <a:defRPr sz="2051"/>
            </a:lvl7pPr>
            <a:lvl8pPr>
              <a:defRPr sz="2051"/>
            </a:lvl8pPr>
            <a:lvl9pPr>
              <a:defRPr sz="20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138" y="9183924"/>
            <a:ext cx="10829089" cy="30023385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0371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457" y="30724042"/>
            <a:ext cx="19750750" cy="3627115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457" y="3921317"/>
            <a:ext cx="19750750" cy="26334334"/>
          </a:xfrm>
        </p:spPr>
        <p:txBody>
          <a:bodyPr/>
          <a:lstStyle>
            <a:lvl1pPr marL="0" indent="0">
              <a:buNone/>
              <a:defRPr sz="3281"/>
            </a:lvl1pPr>
            <a:lvl2pPr marL="468813" indent="0">
              <a:buNone/>
              <a:defRPr sz="2871"/>
            </a:lvl2pPr>
            <a:lvl3pPr marL="937626" indent="0">
              <a:buNone/>
              <a:defRPr sz="2461"/>
            </a:lvl3pPr>
            <a:lvl4pPr marL="1406439" indent="0">
              <a:buNone/>
              <a:defRPr sz="2051"/>
            </a:lvl4pPr>
            <a:lvl5pPr marL="1875252" indent="0">
              <a:buNone/>
              <a:defRPr sz="2051"/>
            </a:lvl5pPr>
            <a:lvl6pPr marL="2344064" indent="0">
              <a:buNone/>
              <a:defRPr sz="2051"/>
            </a:lvl6pPr>
            <a:lvl7pPr marL="2812877" indent="0">
              <a:buNone/>
              <a:defRPr sz="2051"/>
            </a:lvl7pPr>
            <a:lvl8pPr marL="3281690" indent="0">
              <a:buNone/>
              <a:defRPr sz="2051"/>
            </a:lvl8pPr>
            <a:lvl9pPr marL="3750503" indent="0">
              <a:buNone/>
              <a:defRPr sz="2051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457" y="34351154"/>
            <a:ext cx="19750750" cy="5150351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40869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524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53677" y="1697430"/>
            <a:ext cx="7909881" cy="41239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683" y="1697430"/>
            <a:ext cx="23594641" cy="41239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2948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1" y="13634723"/>
            <a:ext cx="27980640" cy="9408160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1" y="24871683"/>
            <a:ext cx="23042880" cy="11216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40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281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2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563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048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845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9868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127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1C45D5-A1E6-2040-BD56-A305FA83BE5C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624845-DEC5-634D-99AC-60EB7F18239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957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1DECBC-D07A-B141-8132-D31C96FAF0BE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19F8BC-CB14-C54F-A255-210A3F9F8F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645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28204166"/>
            <a:ext cx="27980640" cy="8717280"/>
          </a:xfrm>
        </p:spPr>
        <p:txBody>
          <a:bodyPr anchor="t"/>
          <a:lstStyle>
            <a:lvl1pPr algn="l">
              <a:defRPr sz="18765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18602966"/>
            <a:ext cx="27980640" cy="9601197"/>
          </a:xfrm>
        </p:spPr>
        <p:txBody>
          <a:bodyPr anchor="b"/>
          <a:lstStyle>
            <a:lvl1pPr marL="0" indent="0">
              <a:buNone/>
              <a:defRPr sz="9331">
                <a:solidFill>
                  <a:schemeClr val="tx1">
                    <a:tint val="75000"/>
                  </a:schemeClr>
                </a:solidFill>
              </a:defRPr>
            </a:lvl1pPr>
            <a:lvl2pPr marL="2140975" indent="0">
              <a:buNone/>
              <a:defRPr sz="8408">
                <a:solidFill>
                  <a:schemeClr val="tx1">
                    <a:tint val="75000"/>
                  </a:schemeClr>
                </a:solidFill>
              </a:defRPr>
            </a:lvl2pPr>
            <a:lvl3pPr marL="4281949" indent="0">
              <a:buNone/>
              <a:defRPr sz="7485">
                <a:solidFill>
                  <a:schemeClr val="tx1">
                    <a:tint val="75000"/>
                  </a:schemeClr>
                </a:solidFill>
              </a:defRPr>
            </a:lvl3pPr>
            <a:lvl4pPr marL="6422924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4pPr>
            <a:lvl5pPr marL="8563899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5pPr>
            <a:lvl6pPr marL="10704874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6pPr>
            <a:lvl7pPr marL="12845848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7pPr>
            <a:lvl8pPr marL="14986823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8pPr>
            <a:lvl9pPr marL="17127798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1ED854-ED0F-454E-831F-2FBFFC3334AF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6387C-E2D0-5440-92E7-017B852E25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843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1" y="10241286"/>
            <a:ext cx="14538960" cy="28966163"/>
          </a:xfrm>
        </p:spPr>
        <p:txBody>
          <a:bodyPr/>
          <a:lstStyle>
            <a:lvl1pPr>
              <a:defRPr sz="13125"/>
            </a:lvl1pPr>
            <a:lvl2pPr>
              <a:defRPr sz="11279"/>
            </a:lvl2pPr>
            <a:lvl3pPr>
              <a:defRPr sz="9331"/>
            </a:lvl3pPr>
            <a:lvl4pPr>
              <a:defRPr sz="8408"/>
            </a:lvl4pPr>
            <a:lvl5pPr>
              <a:defRPr sz="8408"/>
            </a:lvl5pPr>
            <a:lvl6pPr>
              <a:defRPr sz="8408"/>
            </a:lvl6pPr>
            <a:lvl7pPr>
              <a:defRPr sz="8408"/>
            </a:lvl7pPr>
            <a:lvl8pPr>
              <a:defRPr sz="8408"/>
            </a:lvl8pPr>
            <a:lvl9pPr>
              <a:defRPr sz="8408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1" y="10241286"/>
            <a:ext cx="14538960" cy="28966163"/>
          </a:xfrm>
        </p:spPr>
        <p:txBody>
          <a:bodyPr/>
          <a:lstStyle>
            <a:lvl1pPr>
              <a:defRPr sz="13125"/>
            </a:lvl1pPr>
            <a:lvl2pPr>
              <a:defRPr sz="11279"/>
            </a:lvl2pPr>
            <a:lvl3pPr>
              <a:defRPr sz="9331"/>
            </a:lvl3pPr>
            <a:lvl4pPr>
              <a:defRPr sz="8408"/>
            </a:lvl4pPr>
            <a:lvl5pPr>
              <a:defRPr sz="8408"/>
            </a:lvl5pPr>
            <a:lvl6pPr>
              <a:defRPr sz="8408"/>
            </a:lvl6pPr>
            <a:lvl7pPr>
              <a:defRPr sz="8408"/>
            </a:lvl7pPr>
            <a:lvl8pPr>
              <a:defRPr sz="8408"/>
            </a:lvl8pPr>
            <a:lvl9pPr>
              <a:defRPr sz="8408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A4AE9B-DABA-364A-9B12-F0C9020BA745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B47B58-4829-754A-9A92-BE124A81395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99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2" y="9824725"/>
            <a:ext cx="14544676" cy="4094477"/>
          </a:xfrm>
        </p:spPr>
        <p:txBody>
          <a:bodyPr anchor="b"/>
          <a:lstStyle>
            <a:lvl1pPr marL="0" indent="0">
              <a:buNone/>
              <a:defRPr sz="11279" b="1"/>
            </a:lvl1pPr>
            <a:lvl2pPr marL="2140975" indent="0">
              <a:buNone/>
              <a:defRPr sz="9331" b="1"/>
            </a:lvl2pPr>
            <a:lvl3pPr marL="4281949" indent="0">
              <a:buNone/>
              <a:defRPr sz="8408" b="1"/>
            </a:lvl3pPr>
            <a:lvl4pPr marL="6422924" indent="0">
              <a:buNone/>
              <a:defRPr sz="7485" b="1"/>
            </a:lvl4pPr>
            <a:lvl5pPr marL="8563899" indent="0">
              <a:buNone/>
              <a:defRPr sz="7485" b="1"/>
            </a:lvl5pPr>
            <a:lvl6pPr marL="10704874" indent="0">
              <a:buNone/>
              <a:defRPr sz="7485" b="1"/>
            </a:lvl6pPr>
            <a:lvl7pPr marL="12845848" indent="0">
              <a:buNone/>
              <a:defRPr sz="7485" b="1"/>
            </a:lvl7pPr>
            <a:lvl8pPr marL="14986823" indent="0">
              <a:buNone/>
              <a:defRPr sz="7485" b="1"/>
            </a:lvl8pPr>
            <a:lvl9pPr marL="17127798" indent="0">
              <a:buNone/>
              <a:defRPr sz="7485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2" y="13919200"/>
            <a:ext cx="14544676" cy="25288243"/>
          </a:xfrm>
        </p:spPr>
        <p:txBody>
          <a:bodyPr/>
          <a:lstStyle>
            <a:lvl1pPr>
              <a:defRPr sz="11279"/>
            </a:lvl1pPr>
            <a:lvl2pPr>
              <a:defRPr sz="9331"/>
            </a:lvl2pPr>
            <a:lvl3pPr>
              <a:defRPr sz="8408"/>
            </a:lvl3pPr>
            <a:lvl4pPr>
              <a:defRPr sz="7485"/>
            </a:lvl4pPr>
            <a:lvl5pPr>
              <a:defRPr sz="7485"/>
            </a:lvl5pPr>
            <a:lvl6pPr>
              <a:defRPr sz="7485"/>
            </a:lvl6pPr>
            <a:lvl7pPr>
              <a:defRPr sz="7485"/>
            </a:lvl7pPr>
            <a:lvl8pPr>
              <a:defRPr sz="7485"/>
            </a:lvl8pPr>
            <a:lvl9pPr>
              <a:defRPr sz="7485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9824725"/>
            <a:ext cx="14550391" cy="4094477"/>
          </a:xfrm>
        </p:spPr>
        <p:txBody>
          <a:bodyPr anchor="b"/>
          <a:lstStyle>
            <a:lvl1pPr marL="0" indent="0">
              <a:buNone/>
              <a:defRPr sz="11279" b="1"/>
            </a:lvl1pPr>
            <a:lvl2pPr marL="2140975" indent="0">
              <a:buNone/>
              <a:defRPr sz="9331" b="1"/>
            </a:lvl2pPr>
            <a:lvl3pPr marL="4281949" indent="0">
              <a:buNone/>
              <a:defRPr sz="8408" b="1"/>
            </a:lvl3pPr>
            <a:lvl4pPr marL="6422924" indent="0">
              <a:buNone/>
              <a:defRPr sz="7485" b="1"/>
            </a:lvl4pPr>
            <a:lvl5pPr marL="8563899" indent="0">
              <a:buNone/>
              <a:defRPr sz="7485" b="1"/>
            </a:lvl5pPr>
            <a:lvl6pPr marL="10704874" indent="0">
              <a:buNone/>
              <a:defRPr sz="7485" b="1"/>
            </a:lvl6pPr>
            <a:lvl7pPr marL="12845848" indent="0">
              <a:buNone/>
              <a:defRPr sz="7485" b="1"/>
            </a:lvl7pPr>
            <a:lvl8pPr marL="14986823" indent="0">
              <a:buNone/>
              <a:defRPr sz="7485" b="1"/>
            </a:lvl8pPr>
            <a:lvl9pPr marL="17127798" indent="0">
              <a:buNone/>
              <a:defRPr sz="7485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13919200"/>
            <a:ext cx="14550391" cy="25288243"/>
          </a:xfrm>
        </p:spPr>
        <p:txBody>
          <a:bodyPr/>
          <a:lstStyle>
            <a:lvl1pPr>
              <a:defRPr sz="11279"/>
            </a:lvl1pPr>
            <a:lvl2pPr>
              <a:defRPr sz="9331"/>
            </a:lvl2pPr>
            <a:lvl3pPr>
              <a:defRPr sz="8408"/>
            </a:lvl3pPr>
            <a:lvl4pPr>
              <a:defRPr sz="7485"/>
            </a:lvl4pPr>
            <a:lvl5pPr>
              <a:defRPr sz="7485"/>
            </a:lvl5pPr>
            <a:lvl6pPr>
              <a:defRPr sz="7485"/>
            </a:lvl6pPr>
            <a:lvl7pPr>
              <a:defRPr sz="7485"/>
            </a:lvl7pPr>
            <a:lvl8pPr>
              <a:defRPr sz="7485"/>
            </a:lvl8pPr>
            <a:lvl9pPr>
              <a:defRPr sz="7485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61C632-2ABE-7442-A7EE-DE3F29DDF68E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BE9922-69E4-0845-A4B2-0960412D39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787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751BBF-F284-DA4F-9DF8-1D86E02A796A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CBC96A-116C-8A40-96EF-D84E1AC7B6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496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880733-C438-754B-A587-1D51672D5854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C2148-9CA0-0A44-8440-DA52381FC0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210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1747520"/>
            <a:ext cx="10829927" cy="7437120"/>
          </a:xfrm>
        </p:spPr>
        <p:txBody>
          <a:bodyPr anchor="b"/>
          <a:lstStyle>
            <a:lvl1pPr algn="l">
              <a:defRPr sz="9331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1747523"/>
            <a:ext cx="18402300" cy="37459923"/>
          </a:xfrm>
        </p:spPr>
        <p:txBody>
          <a:bodyPr/>
          <a:lstStyle>
            <a:lvl1pPr>
              <a:defRPr sz="14971"/>
            </a:lvl1pPr>
            <a:lvl2pPr>
              <a:defRPr sz="13125"/>
            </a:lvl2pPr>
            <a:lvl3pPr>
              <a:defRPr sz="11279"/>
            </a:lvl3pPr>
            <a:lvl4pPr>
              <a:defRPr sz="9331"/>
            </a:lvl4pPr>
            <a:lvl5pPr>
              <a:defRPr sz="9331"/>
            </a:lvl5pPr>
            <a:lvl6pPr>
              <a:defRPr sz="9331"/>
            </a:lvl6pPr>
            <a:lvl7pPr>
              <a:defRPr sz="9331"/>
            </a:lvl7pPr>
            <a:lvl8pPr>
              <a:defRPr sz="9331"/>
            </a:lvl8pPr>
            <a:lvl9pPr>
              <a:defRPr sz="9331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9184643"/>
            <a:ext cx="10829927" cy="30022803"/>
          </a:xfrm>
        </p:spPr>
        <p:txBody>
          <a:bodyPr/>
          <a:lstStyle>
            <a:lvl1pPr marL="0" indent="0">
              <a:buNone/>
              <a:defRPr sz="6563"/>
            </a:lvl1pPr>
            <a:lvl2pPr marL="2140975" indent="0">
              <a:buNone/>
              <a:defRPr sz="5640"/>
            </a:lvl2pPr>
            <a:lvl3pPr marL="4281949" indent="0">
              <a:buNone/>
              <a:defRPr sz="4717"/>
            </a:lvl3pPr>
            <a:lvl4pPr marL="6422924" indent="0">
              <a:buNone/>
              <a:defRPr sz="4204"/>
            </a:lvl4pPr>
            <a:lvl5pPr marL="8563899" indent="0">
              <a:buNone/>
              <a:defRPr sz="4204"/>
            </a:lvl5pPr>
            <a:lvl6pPr marL="10704874" indent="0">
              <a:buNone/>
              <a:defRPr sz="4204"/>
            </a:lvl6pPr>
            <a:lvl7pPr marL="12845848" indent="0">
              <a:buNone/>
              <a:defRPr sz="4204"/>
            </a:lvl7pPr>
            <a:lvl8pPr marL="14986823" indent="0">
              <a:buNone/>
              <a:defRPr sz="4204"/>
            </a:lvl8pPr>
            <a:lvl9pPr marL="17127798" indent="0">
              <a:buNone/>
              <a:defRPr sz="4204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BAE0B2-A145-7445-8E7F-29E33A906F2E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4FE76-5C7A-B24E-A2DB-520DBCF177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107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6" y="30723842"/>
            <a:ext cx="19751040" cy="3627124"/>
          </a:xfrm>
        </p:spPr>
        <p:txBody>
          <a:bodyPr anchor="b"/>
          <a:lstStyle>
            <a:lvl1pPr algn="l">
              <a:defRPr sz="9331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6" y="3921760"/>
            <a:ext cx="19751040" cy="26334720"/>
          </a:xfrm>
        </p:spPr>
        <p:txBody>
          <a:bodyPr rtlCol="0">
            <a:normAutofit/>
          </a:bodyPr>
          <a:lstStyle>
            <a:lvl1pPr marL="0" indent="0">
              <a:buNone/>
              <a:defRPr sz="14971"/>
            </a:lvl1pPr>
            <a:lvl2pPr marL="2140975" indent="0">
              <a:buNone/>
              <a:defRPr sz="13125"/>
            </a:lvl2pPr>
            <a:lvl3pPr marL="4281949" indent="0">
              <a:buNone/>
              <a:defRPr sz="11279"/>
            </a:lvl3pPr>
            <a:lvl4pPr marL="6422924" indent="0">
              <a:buNone/>
              <a:defRPr sz="9331"/>
            </a:lvl4pPr>
            <a:lvl5pPr marL="8563899" indent="0">
              <a:buNone/>
              <a:defRPr sz="9331"/>
            </a:lvl5pPr>
            <a:lvl6pPr marL="10704874" indent="0">
              <a:buNone/>
              <a:defRPr sz="9331"/>
            </a:lvl6pPr>
            <a:lvl7pPr marL="12845848" indent="0">
              <a:buNone/>
              <a:defRPr sz="9331"/>
            </a:lvl7pPr>
            <a:lvl8pPr marL="14986823" indent="0">
              <a:buNone/>
              <a:defRPr sz="9331"/>
            </a:lvl8pPr>
            <a:lvl9pPr marL="17127798" indent="0">
              <a:buNone/>
              <a:defRPr sz="9331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6" y="34350963"/>
            <a:ext cx="19751040" cy="5151117"/>
          </a:xfrm>
        </p:spPr>
        <p:txBody>
          <a:bodyPr/>
          <a:lstStyle>
            <a:lvl1pPr marL="0" indent="0">
              <a:buNone/>
              <a:defRPr sz="6563"/>
            </a:lvl1pPr>
            <a:lvl2pPr marL="2140975" indent="0">
              <a:buNone/>
              <a:defRPr sz="5640"/>
            </a:lvl2pPr>
            <a:lvl3pPr marL="4281949" indent="0">
              <a:buNone/>
              <a:defRPr sz="4717"/>
            </a:lvl3pPr>
            <a:lvl4pPr marL="6422924" indent="0">
              <a:buNone/>
              <a:defRPr sz="4204"/>
            </a:lvl4pPr>
            <a:lvl5pPr marL="8563899" indent="0">
              <a:buNone/>
              <a:defRPr sz="4204"/>
            </a:lvl5pPr>
            <a:lvl6pPr marL="10704874" indent="0">
              <a:buNone/>
              <a:defRPr sz="4204"/>
            </a:lvl6pPr>
            <a:lvl7pPr marL="12845848" indent="0">
              <a:buNone/>
              <a:defRPr sz="4204"/>
            </a:lvl7pPr>
            <a:lvl8pPr marL="14986823" indent="0">
              <a:buNone/>
              <a:defRPr sz="4204"/>
            </a:lvl8pPr>
            <a:lvl9pPr marL="17127798" indent="0">
              <a:buNone/>
              <a:defRPr sz="4204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7F1CB0-680A-DB48-AFB0-2DF953CC8C69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82B60-49AA-F04E-912E-3C8CAD579A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991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3EC2DE-D5B4-FD4F-AE01-A9167F2BE58E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9E08A8-087B-1541-B621-343E5312DB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583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1" y="1757687"/>
            <a:ext cx="7406640" cy="3744976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1" y="1757687"/>
            <a:ext cx="21671280" cy="3744976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D273D7-0A86-5541-A156-6517C19CCA48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D643E-2289-E447-8426-9517495022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5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" y="0"/>
            <a:ext cx="32918400" cy="56127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702524" y="6407141"/>
            <a:ext cx="7480905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19785" y="1697828"/>
            <a:ext cx="31444312" cy="2934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2524" y="6423420"/>
            <a:ext cx="7480905" cy="3653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54" name="Rectangle 8"/>
          <p:cNvSpPr>
            <a:spLocks noChangeArrowheads="1"/>
          </p:cNvSpPr>
          <p:nvPr/>
        </p:nvSpPr>
        <p:spPr bwMode="auto">
          <a:xfrm>
            <a:off x="1" y="3"/>
            <a:ext cx="32918400" cy="438912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5" name="Rectangle 9"/>
          <p:cNvSpPr>
            <a:spLocks noChangeArrowheads="1"/>
          </p:cNvSpPr>
          <p:nvPr/>
        </p:nvSpPr>
        <p:spPr bwMode="auto">
          <a:xfrm>
            <a:off x="8618406" y="6407141"/>
            <a:ext cx="15572848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6" name="Rectangle 11"/>
          <p:cNvSpPr>
            <a:spLocks noChangeArrowheads="1"/>
          </p:cNvSpPr>
          <p:nvPr/>
        </p:nvSpPr>
        <p:spPr bwMode="auto">
          <a:xfrm>
            <a:off x="24678013" y="6407141"/>
            <a:ext cx="7486083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7" name="Text Box 14"/>
          <p:cNvSpPr txBox="1">
            <a:spLocks noChangeArrowheads="1"/>
          </p:cNvSpPr>
          <p:nvPr userDrawn="1"/>
        </p:nvSpPr>
        <p:spPr bwMode="auto">
          <a:xfrm>
            <a:off x="702521" y="43334483"/>
            <a:ext cx="3597187" cy="166911"/>
          </a:xfrm>
          <a:prstGeom prst="rect">
            <a:avLst/>
          </a:prstGeom>
          <a:noFill/>
          <a:ln>
            <a:noFill/>
          </a:ln>
        </p:spPr>
        <p:txBody>
          <a:bodyPr lIns="76759" tIns="38372" rIns="76759" bIns="38372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2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468813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6pPr>
      <a:lvl7pPr marL="937626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7pPr>
      <a:lvl8pPr marL="1406439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8pPr>
      <a:lvl9pPr marL="1875252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9pPr>
    </p:titleStyle>
    <p:bodyStyle>
      <a:lvl1pPr marL="288125" indent="-288125" algn="l" defTabSz="768332" rtl="0" eaLnBrk="0" fontAlgn="base" hangingPunct="0">
        <a:spcBef>
          <a:spcPct val="20000"/>
        </a:spcBef>
        <a:spcAft>
          <a:spcPct val="0"/>
        </a:spcAft>
        <a:buChar char="•"/>
        <a:defRPr sz="2461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621828" indent="-237662" algn="l" defTabSz="768332" rtl="0" eaLnBrk="0" fontAlgn="base" hangingPunct="0">
        <a:spcBef>
          <a:spcPct val="20000"/>
        </a:spcBef>
        <a:spcAft>
          <a:spcPct val="0"/>
        </a:spcAft>
        <a:buChar char="–"/>
        <a:defRPr sz="2461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962044" indent="-193711" algn="l" defTabSz="768332" rtl="0" eaLnBrk="0" fontAlgn="base" hangingPunct="0">
        <a:spcBef>
          <a:spcPct val="20000"/>
        </a:spcBef>
        <a:spcAft>
          <a:spcPct val="0"/>
        </a:spcAft>
        <a:buChar char="•"/>
        <a:defRPr sz="205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46210" indent="-192083" algn="l" defTabSz="768332" rtl="0" eaLnBrk="0" fontAlgn="base" hangingPunct="0">
        <a:spcBef>
          <a:spcPct val="20000"/>
        </a:spcBef>
        <a:spcAft>
          <a:spcPct val="0"/>
        </a:spcAft>
        <a:buChar char="–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730376" indent="-192083" algn="l" defTabSz="768332" rtl="0" eaLnBrk="0" fontAlgn="base" hangingPunct="0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99189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6pPr>
      <a:lvl7pPr marL="2668002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7pPr>
      <a:lvl8pPr marL="3136814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8pPr>
      <a:lvl9pPr marL="3605627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1pPr>
      <a:lvl2pPr marL="46881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2pPr>
      <a:lvl3pPr marL="937626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06439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75252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44064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812877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28169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75050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" y="0"/>
            <a:ext cx="32918400" cy="56127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519558" y="6407141"/>
            <a:ext cx="31775722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1331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19785" y="1697828"/>
            <a:ext cx="31444312" cy="2934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9558" y="6407141"/>
            <a:ext cx="31644539" cy="3653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78" name="Rectangle 8"/>
          <p:cNvSpPr>
            <a:spLocks noChangeArrowheads="1"/>
          </p:cNvSpPr>
          <p:nvPr/>
        </p:nvSpPr>
        <p:spPr bwMode="auto">
          <a:xfrm>
            <a:off x="1" y="3"/>
            <a:ext cx="32918400" cy="438912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3079" name="Text Box 14"/>
          <p:cNvSpPr txBox="1">
            <a:spLocks noChangeArrowheads="1"/>
          </p:cNvSpPr>
          <p:nvPr userDrawn="1"/>
        </p:nvSpPr>
        <p:spPr bwMode="auto">
          <a:xfrm>
            <a:off x="519555" y="43318204"/>
            <a:ext cx="3597187" cy="166911"/>
          </a:xfrm>
          <a:prstGeom prst="rect">
            <a:avLst/>
          </a:prstGeom>
          <a:noFill/>
          <a:ln>
            <a:noFill/>
          </a:ln>
        </p:spPr>
        <p:txBody>
          <a:bodyPr lIns="76759" tIns="38372" rIns="76759" bIns="38372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2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468813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6pPr>
      <a:lvl7pPr marL="937626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7pPr>
      <a:lvl8pPr marL="1406439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8pPr>
      <a:lvl9pPr marL="1875252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9pPr>
    </p:titleStyle>
    <p:bodyStyle>
      <a:lvl1pPr marL="288125" indent="-288125" algn="l" defTabSz="768332" rtl="0" eaLnBrk="0" fontAlgn="base" hangingPunct="0">
        <a:spcBef>
          <a:spcPct val="20000"/>
        </a:spcBef>
        <a:spcAft>
          <a:spcPct val="0"/>
        </a:spcAft>
        <a:buChar char="•"/>
        <a:defRPr sz="2461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621828" indent="-237662" algn="l" defTabSz="768332" rtl="0" eaLnBrk="0" fontAlgn="base" hangingPunct="0">
        <a:spcBef>
          <a:spcPct val="20000"/>
        </a:spcBef>
        <a:spcAft>
          <a:spcPct val="0"/>
        </a:spcAft>
        <a:buChar char="–"/>
        <a:defRPr sz="2461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962044" indent="-193711" algn="l" defTabSz="768332" rtl="0" eaLnBrk="0" fontAlgn="base" hangingPunct="0">
        <a:spcBef>
          <a:spcPct val="20000"/>
        </a:spcBef>
        <a:spcAft>
          <a:spcPct val="0"/>
        </a:spcAft>
        <a:buChar char="•"/>
        <a:defRPr sz="205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46210" indent="-192083" algn="l" defTabSz="768332" rtl="0" eaLnBrk="0" fontAlgn="base" hangingPunct="0">
        <a:spcBef>
          <a:spcPct val="20000"/>
        </a:spcBef>
        <a:spcAft>
          <a:spcPct val="0"/>
        </a:spcAft>
        <a:buChar char="–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730376" indent="-192083" algn="l" defTabSz="768332" rtl="0" eaLnBrk="0" fontAlgn="base" hangingPunct="0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99189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6pPr>
      <a:lvl7pPr marL="2668002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7pPr>
      <a:lvl8pPr marL="3136814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8pPr>
      <a:lvl9pPr marL="3605627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1pPr>
      <a:lvl2pPr marL="46881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2pPr>
      <a:lvl3pPr marL="937626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06439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75252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44064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812877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28169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75050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Placeholder 1"/>
          <p:cNvSpPr>
            <a:spLocks noGrp="1"/>
          </p:cNvSpPr>
          <p:nvPr>
            <p:ph type="title"/>
          </p:nvPr>
        </p:nvSpPr>
        <p:spPr bwMode="auto">
          <a:xfrm>
            <a:off x="1646698" y="1758060"/>
            <a:ext cx="29625006" cy="731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256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46698" y="10240684"/>
            <a:ext cx="29625006" cy="28967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417588" tIns="208794" rIns="417588" bIns="2087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6697" y="40681118"/>
            <a:ext cx="7679408" cy="2335937"/>
          </a:xfrm>
          <a:prstGeom prst="rect">
            <a:avLst/>
          </a:prstGeom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>
            <a:lvl1pPr>
              <a:defRPr sz="5640">
                <a:solidFill>
                  <a:srgbClr val="898989"/>
                </a:solidFill>
              </a:defRPr>
            </a:lvl1pPr>
          </a:lstStyle>
          <a:p>
            <a:fld id="{A88F6752-6CB4-5543-81C3-F9189BF99658}" type="datetime1">
              <a:rPr lang="en-US"/>
              <a:pPr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251" y="40681118"/>
            <a:ext cx="10423901" cy="2335937"/>
          </a:xfrm>
          <a:prstGeom prst="rect">
            <a:avLst/>
          </a:prstGeom>
        </p:spPr>
        <p:txBody>
          <a:bodyPr vert="horz" lIns="417588" tIns="208794" rIns="417588" bIns="208794" rtlCol="0" anchor="ctr"/>
          <a:lstStyle>
            <a:lvl1pPr algn="ctr">
              <a:defRPr sz="5640" smtClean="0">
                <a:solidFill>
                  <a:schemeClr val="tx1">
                    <a:tint val="75000"/>
                  </a:schemeClr>
                </a:solidFill>
                <a:latin typeface="Arial Narrow" pitchFamily="27" charset="0"/>
                <a:ea typeface="ＭＳ Ｐゴシック" pitchFamily="27" charset="-128"/>
                <a:cs typeface="ＭＳ Ｐゴシック" pitchFamily="2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2297" y="40681118"/>
            <a:ext cx="7679408" cy="2335937"/>
          </a:xfrm>
          <a:prstGeom prst="rect">
            <a:avLst/>
          </a:prstGeom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>
            <a:lvl1pPr algn="r">
              <a:defRPr sz="5640">
                <a:solidFill>
                  <a:srgbClr val="898989"/>
                </a:solidFill>
              </a:defRPr>
            </a:lvl1pPr>
          </a:lstStyle>
          <a:p>
            <a:fld id="{3050C3D8-E714-D142-987F-75BA96C8A87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defTabSz="2140587" rtl="0" fontAlgn="base">
        <a:spcBef>
          <a:spcPct val="0"/>
        </a:spcBef>
        <a:spcAft>
          <a:spcPct val="0"/>
        </a:spcAft>
        <a:defRPr sz="20611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68813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37626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406439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75252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1605033" indent="-1605033" algn="l" defTabSz="2140587" rtl="0" fontAlgn="base">
        <a:spcBef>
          <a:spcPct val="20000"/>
        </a:spcBef>
        <a:spcAft>
          <a:spcPct val="0"/>
        </a:spcAft>
        <a:buFont typeface="Arial" charset="0"/>
        <a:buChar char="•"/>
        <a:defRPr sz="14971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478657" indent="-1338070" algn="l" defTabSz="2140587" rtl="0" fontAlgn="base">
        <a:spcBef>
          <a:spcPct val="20000"/>
        </a:spcBef>
        <a:spcAft>
          <a:spcPct val="0"/>
        </a:spcAft>
        <a:buFont typeface="Arial" charset="0"/>
        <a:buChar char="–"/>
        <a:defRPr sz="13125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5352280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•"/>
        <a:defRPr sz="11279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7492867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–"/>
        <a:defRPr sz="9331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9633454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»"/>
        <a:defRPr sz="9331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1775360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6pPr>
      <a:lvl7pPr marL="13916335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7pPr>
      <a:lvl8pPr marL="16057310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8pPr>
      <a:lvl9pPr marL="18198284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1pPr>
      <a:lvl2pPr marL="2140975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2pPr>
      <a:lvl3pPr marL="4281949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3pPr>
      <a:lvl4pPr marL="6422924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4pPr>
      <a:lvl5pPr marL="8563899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5pPr>
      <a:lvl6pPr marL="10704874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6pPr>
      <a:lvl7pPr marL="12845848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7pPr>
      <a:lvl8pPr marL="14986823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8pPr>
      <a:lvl9pPr marL="17127798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ounded Rectangle 199"/>
          <p:cNvSpPr/>
          <p:nvPr/>
        </p:nvSpPr>
        <p:spPr>
          <a:xfrm>
            <a:off x="311400" y="1869566"/>
            <a:ext cx="32270700" cy="4633836"/>
          </a:xfrm>
          <a:prstGeom prst="roundRect">
            <a:avLst>
              <a:gd name="adj" fmla="val 9518"/>
            </a:avLst>
          </a:prstGeom>
          <a:solidFill>
            <a:srgbClr val="376092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15" name="Rectangle 5"/>
          <p:cNvSpPr>
            <a:spLocks noChangeArrowheads="1"/>
          </p:cNvSpPr>
          <p:nvPr/>
        </p:nvSpPr>
        <p:spPr bwMode="auto">
          <a:xfrm>
            <a:off x="691559" y="1946057"/>
            <a:ext cx="31505128" cy="4263237"/>
          </a:xfrm>
          <a:prstGeom prst="rect">
            <a:avLst/>
          </a:prstGeom>
          <a:noFill/>
          <a:ln>
            <a:noFill/>
          </a:ln>
        </p:spPr>
        <p:txBody>
          <a:bodyPr wrap="square" lIns="76739" tIns="38363" rIns="76739" bIns="38363">
            <a:spAutoFit/>
          </a:bodyPr>
          <a:lstStyle/>
          <a:p>
            <a:pPr algn="ctr" eaLnBrk="1" hangingPunct="1"/>
            <a:r>
              <a:rPr lang="en-US" sz="8800" b="1" dirty="0">
                <a:solidFill>
                  <a:schemeClr val="bg1"/>
                </a:solidFill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SHE: A Fast and Accurate Deep Neural Network </a:t>
            </a:r>
          </a:p>
          <a:p>
            <a:pPr algn="ctr" eaLnBrk="1" hangingPunct="1"/>
            <a:r>
              <a:rPr lang="en-US" sz="8800" b="1" dirty="0">
                <a:solidFill>
                  <a:schemeClr val="bg1"/>
                </a:solidFill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for Encrypted Data</a:t>
            </a:r>
          </a:p>
          <a:p>
            <a:pPr algn="ctr" eaLnBrk="1" hangingPunct="1"/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Qian Lou, Lei Jiang</a:t>
            </a:r>
            <a:endParaRPr lang="en-US" sz="4800" baseline="300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Indiana University Bloomington, USA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267218" y="6100695"/>
            <a:ext cx="32270700" cy="334917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0" lvl="1" indent="0">
              <a:buClr>
                <a:schemeClr val="accent4">
                  <a:lumMod val="75000"/>
                </a:schemeClr>
              </a:buClr>
            </a:pPr>
            <a:r>
              <a:rPr lang="en-US" sz="4000" dirty="0"/>
              <a:t>Chou, E., Beal, J., Levy, D., Yeung, S., Haque, A., and </a:t>
            </a:r>
            <a:r>
              <a:rPr lang="en-US" sz="4000" dirty="0" err="1"/>
              <a:t>FeiFei</a:t>
            </a:r>
            <a:r>
              <a:rPr lang="en-US" sz="4000" dirty="0"/>
              <a:t>, L. Faster </a:t>
            </a:r>
            <a:r>
              <a:rPr lang="en-US" sz="4000" dirty="0" err="1"/>
              <a:t>cryptonets</a:t>
            </a:r>
            <a:r>
              <a:rPr lang="en-US" sz="4000" dirty="0"/>
              <a:t>: Leveraging sparsity for </a:t>
            </a:r>
            <a:r>
              <a:rPr lang="en-US" sz="4000" dirty="0" err="1"/>
              <a:t>realworld</a:t>
            </a:r>
            <a:r>
              <a:rPr lang="en-US" sz="4000" dirty="0"/>
              <a:t> encrypted inference. </a:t>
            </a:r>
            <a:r>
              <a:rPr lang="en-US" sz="4000" dirty="0" err="1"/>
              <a:t>CoRR</a:t>
            </a:r>
            <a:r>
              <a:rPr lang="en-US" sz="4000" dirty="0"/>
              <a:t>, abs/1811.09953, 2018. URL http://arxiv.org/abs/1811.09953.</a:t>
            </a:r>
            <a:endParaRPr lang="en-US" sz="3700" dirty="0"/>
          </a:p>
        </p:txBody>
      </p:sp>
      <p:grpSp>
        <p:nvGrpSpPr>
          <p:cNvPr id="204" name="Group 203"/>
          <p:cNvGrpSpPr/>
          <p:nvPr/>
        </p:nvGrpSpPr>
        <p:grpSpPr>
          <a:xfrm>
            <a:off x="632564" y="6489285"/>
            <a:ext cx="14569982" cy="9226055"/>
            <a:chOff x="664064" y="9862813"/>
            <a:chExt cx="15626481" cy="8402420"/>
          </a:xfrm>
        </p:grpSpPr>
        <p:sp>
          <p:nvSpPr>
            <p:cNvPr id="10" name="Text Box 189"/>
            <p:cNvSpPr txBox="1">
              <a:spLocks noChangeArrowheads="1"/>
            </p:cNvSpPr>
            <p:nvPr/>
          </p:nvSpPr>
          <p:spPr bwMode="auto">
            <a:xfrm>
              <a:off x="664064" y="10940704"/>
              <a:ext cx="15593873" cy="732452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txBody>
            <a:bodyPr lIns="182880" tIns="182880" rIns="182880" bIns="182880">
              <a:no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b="1" u="sng" dirty="0">
                  <a:solidFill>
                    <a:schemeClr val="tx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Need</a:t>
              </a:r>
              <a:r>
                <a:rPr lang="en-US" sz="3600" dirty="0">
                  <a:solidFill>
                    <a:schemeClr val="tx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</a:t>
              </a:r>
              <a:r>
                <a:rPr lang="en-US" sz="3600" b="1" dirty="0">
                  <a:solidFill>
                    <a:schemeClr val="tx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Fast and accurate deep Learning over encrypted data </a:t>
              </a: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b="1" u="sng" dirty="0">
                  <a:solidFill>
                    <a:srgbClr val="00B0F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/>
                </a:rPr>
                <a:t>Opportunities</a:t>
              </a:r>
              <a:r>
                <a:rPr lang="en-US" sz="3600" dirty="0">
                  <a:solidFill>
                    <a:srgbClr val="00B0F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/>
                </a:rPr>
                <a:t> 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/>
                </a:rPr>
                <a:t>to improve privacy-preserving deep learning  by the co-design of 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Homomorphic Encryption scheme and neural network optimization:</a:t>
              </a:r>
            </a:p>
            <a:p>
              <a:pPr marL="971550" lvl="2" indent="-457200">
                <a:buClr>
                  <a:schemeClr val="accent4">
                    <a:lumMod val="75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sz="3600" dirty="0">
                  <a:solidFill>
                    <a:srgbClr val="00B0F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Binary bits-operations-friendly TFHE encryption scheme  </a:t>
              </a:r>
              <a:endPara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971550" lvl="2" indent="-457200">
                <a:buClr>
                  <a:schemeClr val="accent4">
                    <a:lumMod val="75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sz="3600" dirty="0">
                  <a:solidFill>
                    <a:srgbClr val="00B0F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Shift-Accumulation based quantization for neural network</a:t>
              </a:r>
              <a:endPara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b="1" u="sng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Problem</a:t>
              </a:r>
              <a:r>
                <a:rPr lang="en-US" sz="36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 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Previous works stacked </a:t>
              </a:r>
              <a:r>
                <a:rPr lang="en-US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multiple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&amp; </a:t>
              </a:r>
              <a:r>
                <a:rPr lang="en-US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inaccurate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ReLU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activation and max pooling layers (Polynomials approximation):</a:t>
              </a:r>
            </a:p>
            <a:p>
              <a:pPr marL="114300">
                <a:buClr>
                  <a:schemeClr val="accent4">
                    <a:lumMod val="75000"/>
                  </a:schemeClr>
                </a:buClr>
              </a:pPr>
              <a:r>
                <a:rPr lang="en-US" sz="36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Accuracy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↓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&amp; overhead ↑ &amp; shallow networks topology</a:t>
              </a: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b="1" u="sng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Key Idea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 Directly implementing </a:t>
              </a:r>
              <a:r>
                <a:rPr lang="en-US" sz="3600" dirty="0" err="1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ReLU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and max using TFHE [1]; Using cheap Shift-Accumulation to support deeper neural networks other than acceleration.</a:t>
              </a: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b="1" u="sng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SHE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 Accuracy-lossless CNN, performance 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↑76.12%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the first to support modern deep learning like </a:t>
              </a:r>
              <a:r>
                <a:rPr lang="en-US" sz="3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AlexNet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on ImageNet. 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667367" y="9862813"/>
              <a:ext cx="15623178" cy="557272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Executive Summ</a:t>
              </a:r>
              <a:r>
                <a:rPr lang="en-US" altLang="zh-CN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a</a:t>
              </a:r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ry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B741412-BC4F-1343-AC9C-66A7294E0880}"/>
                </a:ext>
              </a:extLst>
            </p:cNvPr>
            <p:cNvSpPr/>
            <p:nvPr/>
          </p:nvSpPr>
          <p:spPr>
            <a:xfrm>
              <a:off x="667367" y="10622716"/>
              <a:ext cx="15179040" cy="18288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>
                  <a:alpha val="8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208" name="Text Box 190"/>
          <p:cNvSpPr txBox="1">
            <a:spLocks noChangeArrowheads="1"/>
          </p:cNvSpPr>
          <p:nvPr/>
        </p:nvSpPr>
        <p:spPr bwMode="auto">
          <a:xfrm>
            <a:off x="15562387" y="7747748"/>
            <a:ext cx="16634300" cy="28446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45720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Thread Model</a:t>
            </a: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Untrusted servers may lead to data leakage where the data from client-side users;</a:t>
            </a: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 sent to clients from servers are illegally utilized by adversarial.</a:t>
            </a: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lvl="1" indent="0" eaLnBrk="1" hangingPunct="1"/>
            <a:endParaRPr lang="en-US" sz="3200" dirty="0">
              <a:latin typeface="+mn-lt"/>
            </a:endParaRPr>
          </a:p>
        </p:txBody>
      </p:sp>
      <p:sp>
        <p:nvSpPr>
          <p:cNvPr id="326" name="Rectangle 325"/>
          <p:cNvSpPr/>
          <p:nvPr/>
        </p:nvSpPr>
        <p:spPr>
          <a:xfrm>
            <a:off x="15316548" y="6320342"/>
            <a:ext cx="16743157" cy="94040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0" b="1" dirty="0">
                <a:solidFill>
                  <a:srgbClr val="262670"/>
                </a:solidFill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31" name="Text Box 190"/>
          <p:cNvSpPr txBox="1">
            <a:spLocks noChangeArrowheads="1"/>
          </p:cNvSpPr>
          <p:nvPr/>
        </p:nvSpPr>
        <p:spPr bwMode="auto">
          <a:xfrm>
            <a:off x="15609836" y="10266711"/>
            <a:ext cx="16056345" cy="218396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45720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Private Neural Networks by Homomorphic Encryption</a:t>
            </a:r>
          </a:p>
          <a:p>
            <a:pPr marL="114300">
              <a:buClr>
                <a:schemeClr val="accent4">
                  <a:lumMod val="75000"/>
                </a:schemeClr>
              </a:buClr>
            </a:pP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14300">
              <a:buClr>
                <a:schemeClr val="accent4">
                  <a:lumMod val="75000"/>
                </a:schemeClr>
              </a:buClr>
            </a:pPr>
            <a:endParaRPr lang="en-US" sz="3200" dirty="0">
              <a:latin typeface="+mn-lt"/>
            </a:endParaRPr>
          </a:p>
        </p:txBody>
      </p:sp>
      <p:grpSp>
        <p:nvGrpSpPr>
          <p:cNvPr id="344" name="Group 343"/>
          <p:cNvGrpSpPr/>
          <p:nvPr/>
        </p:nvGrpSpPr>
        <p:grpSpPr>
          <a:xfrm>
            <a:off x="15202545" y="15673869"/>
            <a:ext cx="17575093" cy="7252270"/>
            <a:chOff x="664065" y="9489986"/>
            <a:chExt cx="15649376" cy="8775247"/>
          </a:xfrm>
        </p:grpSpPr>
        <p:sp>
          <p:nvSpPr>
            <p:cNvPr id="345" name="Text Box 189"/>
            <p:cNvSpPr txBox="1">
              <a:spLocks noChangeArrowheads="1"/>
            </p:cNvSpPr>
            <p:nvPr/>
          </p:nvSpPr>
          <p:spPr bwMode="auto">
            <a:xfrm>
              <a:off x="664065" y="10940704"/>
              <a:ext cx="15355556" cy="732452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txBody>
            <a:bodyPr lIns="182880" tIns="182880" rIns="182880" bIns="182880">
              <a:no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700" b="1" u="sng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SHE </a:t>
              </a:r>
            </a:p>
            <a:p>
              <a:pPr marL="971550" lvl="2" indent="-457200">
                <a:buClr>
                  <a:schemeClr val="accent4">
                    <a:lumMod val="75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Support </a:t>
              </a:r>
              <a:r>
                <a:rPr lang="en-US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accuracy-lossless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ReLU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and Max </a:t>
              </a:r>
              <a:r>
                <a:rPr lang="en-US" sz="54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→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Accurate</a:t>
              </a:r>
            </a:p>
            <a:p>
              <a:pPr marL="971550" lvl="2" indent="-457200">
                <a:buClr>
                  <a:schemeClr val="accent4">
                    <a:lumMod val="75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Logarithmic</a:t>
              </a:r>
              <a:r>
                <a:rPr lang="en-US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Quantization: Convolution</a:t>
              </a:r>
              <a:r>
                <a:rPr lang="zh-CN" alt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to</a:t>
              </a:r>
              <a:r>
                <a:rPr lang="zh-CN" alt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Shift-Accumulation </a:t>
              </a:r>
              <a:r>
                <a:rPr lang="en-US" sz="54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→</a:t>
              </a:r>
              <a:r>
                <a:rPr lang="en-US" sz="36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zh-CN" sz="36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Fast</a:t>
              </a:r>
            </a:p>
            <a:p>
              <a:pPr marL="971550" lvl="2" indent="-457200">
                <a:buClr>
                  <a:schemeClr val="accent4">
                    <a:lumMod val="75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TFHE scheme (</a:t>
              </a:r>
              <a:r>
                <a:rPr lang="en-US" altLang="zh-CN" sz="3600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Binary bits-operations and shift-operations friendly)</a:t>
              </a:r>
              <a:r>
                <a:rPr lang="en-US" altLang="zh-CN" sz="54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→ </a:t>
              </a:r>
              <a:r>
                <a:rPr lang="en-US" altLang="zh-CN" sz="36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fast &amp; deeper neural networks.</a:t>
              </a: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314450" lvl="1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314450" lvl="1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/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/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/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690263" y="9489986"/>
              <a:ext cx="15623178" cy="105518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SHE Overview</a:t>
              </a: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3B741412-BC4F-1343-AC9C-66A7294E0880}"/>
                </a:ext>
              </a:extLst>
            </p:cNvPr>
            <p:cNvSpPr/>
            <p:nvPr/>
          </p:nvSpPr>
          <p:spPr>
            <a:xfrm>
              <a:off x="680297" y="10640277"/>
              <a:ext cx="15179040" cy="24341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>
                  <a:alpha val="8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0" name="Group 339"/>
          <p:cNvGrpSpPr/>
          <p:nvPr/>
        </p:nvGrpSpPr>
        <p:grpSpPr>
          <a:xfrm>
            <a:off x="505087" y="15675414"/>
            <a:ext cx="14726880" cy="8351249"/>
            <a:chOff x="484121" y="9531357"/>
            <a:chExt cx="15806424" cy="9752901"/>
          </a:xfrm>
        </p:grpSpPr>
        <p:sp>
          <p:nvSpPr>
            <p:cNvPr id="341" name="Text Box 189"/>
            <p:cNvSpPr txBox="1">
              <a:spLocks noChangeArrowheads="1"/>
            </p:cNvSpPr>
            <p:nvPr/>
          </p:nvSpPr>
          <p:spPr bwMode="auto">
            <a:xfrm>
              <a:off x="484121" y="10982494"/>
              <a:ext cx="15355556" cy="8301764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txBody>
            <a:bodyPr lIns="182880" tIns="182880" rIns="182880" bIns="182880">
              <a:no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14300">
                <a:buClr>
                  <a:schemeClr val="accent4">
                    <a:lumMod val="75000"/>
                  </a:schemeClr>
                </a:buClr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14300">
                <a:buClr>
                  <a:schemeClr val="accent4">
                    <a:lumMod val="75000"/>
                  </a:schemeClr>
                </a:buClr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Traditional H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omomorphic Encryption schemes (B/FVs and HEAAN) uses polynomials like y=0.125x^2+0.25X+0.5 to approximate </a:t>
              </a:r>
              <a:r>
                <a:rPr lang="en-US" altLang="zh-CN" sz="3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ReLU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with large </a:t>
              </a:r>
              <a:r>
                <a:rPr lang="en-US" altLang="zh-CN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errors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Stacked multiple such inaccurate layers bring distribution </a:t>
              </a:r>
              <a:r>
                <a:rPr lang="en-US" altLang="zh-CN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distortion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of latent variables. </a:t>
              </a:r>
              <a:endPara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667367" y="9531357"/>
              <a:ext cx="15623178" cy="106575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Problems</a:t>
              </a: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3B741412-BC4F-1343-AC9C-66A7294E0880}"/>
                </a:ext>
              </a:extLst>
            </p:cNvPr>
            <p:cNvSpPr/>
            <p:nvPr/>
          </p:nvSpPr>
          <p:spPr>
            <a:xfrm>
              <a:off x="667367" y="10622715"/>
              <a:ext cx="15008378" cy="23493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>
                  <a:alpha val="8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9" name="Group 398"/>
          <p:cNvGrpSpPr/>
          <p:nvPr/>
        </p:nvGrpSpPr>
        <p:grpSpPr>
          <a:xfrm>
            <a:off x="798176" y="31028527"/>
            <a:ext cx="23687674" cy="1108553"/>
            <a:chOff x="667367" y="6526380"/>
            <a:chExt cx="15623178" cy="2720165"/>
          </a:xfrm>
        </p:grpSpPr>
        <p:sp>
          <p:nvSpPr>
            <p:cNvPr id="401" name="Rectangle 400"/>
            <p:cNvSpPr/>
            <p:nvPr/>
          </p:nvSpPr>
          <p:spPr>
            <a:xfrm>
              <a:off x="667367" y="6526380"/>
              <a:ext cx="15623178" cy="23185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Result</a:t>
              </a: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3B741412-BC4F-1343-AC9C-66A7294E0880}"/>
                </a:ext>
              </a:extLst>
            </p:cNvPr>
            <p:cNvSpPr/>
            <p:nvPr/>
          </p:nvSpPr>
          <p:spPr>
            <a:xfrm>
              <a:off x="667367" y="8752919"/>
              <a:ext cx="15179040" cy="49362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>
                  <a:alpha val="8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79" name="Text Box 180"/>
          <p:cNvSpPr txBox="1">
            <a:spLocks noChangeArrowheads="1"/>
          </p:cNvSpPr>
          <p:nvPr/>
        </p:nvSpPr>
        <p:spPr bwMode="auto">
          <a:xfrm>
            <a:off x="14520102" y="38414630"/>
            <a:ext cx="92923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performance and accuracy comparisons</a:t>
            </a:r>
          </a:p>
        </p:txBody>
      </p:sp>
      <p:sp>
        <p:nvSpPr>
          <p:cNvPr id="480" name="Text Box 180"/>
          <p:cNvSpPr txBox="1">
            <a:spLocks noChangeArrowheads="1"/>
          </p:cNvSpPr>
          <p:nvPr/>
        </p:nvSpPr>
        <p:spPr bwMode="auto">
          <a:xfrm>
            <a:off x="1979825" y="38422117"/>
            <a:ext cx="96395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comparison between previous works and our work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24624474" y="32517789"/>
            <a:ext cx="816108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[1]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Chillotti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 al. 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Tfhe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Fast fully homomorphic </a:t>
            </a:r>
          </a:p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Encryption over the torus. IACR Cryptology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ePrint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Archive, 2018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E11127-E2A1-43FD-AB2B-E287B14CA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2436" y="11710159"/>
            <a:ext cx="11247791" cy="3397893"/>
          </a:xfrm>
          <a:prstGeom prst="rect">
            <a:avLst/>
          </a:prstGeom>
        </p:spPr>
      </p:pic>
      <p:sp>
        <p:nvSpPr>
          <p:cNvPr id="328" name="Text Box 190">
            <a:extLst>
              <a:ext uri="{FF2B5EF4-FFF2-40B4-BE49-F238E27FC236}">
                <a16:creationId xmlns:a16="http://schemas.microsoft.com/office/drawing/2014/main" id="{DD2040FA-A91E-4D42-B91E-D55C894BD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19632" y="10314336"/>
            <a:ext cx="6557823" cy="554355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14300">
              <a:buClr>
                <a:schemeClr val="accent4">
                  <a:lumMod val="75000"/>
                </a:schemeClr>
              </a:buClr>
            </a:pP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Untrusted servers learn encrypted data and output encrypted prediction</a:t>
            </a: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clients with private key can decrypt the encrypted prediction</a:t>
            </a: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lvl="1" indent="0" eaLnBrk="1" hangingPunct="1"/>
            <a:endParaRPr lang="en-US" sz="32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F3126A-8BC9-4188-9888-3AF421AF3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381" y="17369884"/>
            <a:ext cx="5382621" cy="3573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231BF3-71D9-4360-AEA2-778C03CFA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601" y="17369884"/>
            <a:ext cx="5078705" cy="35449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E8D757-94AE-427A-8726-F1B618F78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866" y="24210251"/>
            <a:ext cx="6412504" cy="37928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DF40C9-CE84-4063-BEFC-911691392D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2992" y="32517789"/>
            <a:ext cx="9890807" cy="55368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12966D-DE29-417F-9D4A-8664E21DF3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62387" y="21103148"/>
            <a:ext cx="12896986" cy="46477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D74651-018F-43E2-B0E9-970F72C0EF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38586" y="27196170"/>
            <a:ext cx="11132248" cy="3347238"/>
          </a:xfrm>
          <a:prstGeom prst="rect">
            <a:avLst/>
          </a:prstGeom>
        </p:spPr>
      </p:pic>
      <p:graphicFrame>
        <p:nvGraphicFramePr>
          <p:cNvPr id="371" name="Table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92381"/>
              </p:ext>
            </p:extLst>
          </p:nvPr>
        </p:nvGraphicFramePr>
        <p:xfrm>
          <a:off x="632564" y="32694771"/>
          <a:ext cx="13354827" cy="51151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48072">
                  <a:extLst>
                    <a:ext uri="{9D8B030D-6E8A-4147-A177-3AD203B41FA5}">
                      <a16:colId xmlns:a16="http://schemas.microsoft.com/office/drawing/2014/main" val="1202216376"/>
                    </a:ext>
                  </a:extLst>
                </a:gridCol>
                <a:gridCol w="2266386">
                  <a:extLst>
                    <a:ext uri="{9D8B030D-6E8A-4147-A177-3AD203B41FA5}">
                      <a16:colId xmlns:a16="http://schemas.microsoft.com/office/drawing/2014/main" val="2653503494"/>
                    </a:ext>
                  </a:extLst>
                </a:gridCol>
                <a:gridCol w="3102505">
                  <a:extLst>
                    <a:ext uri="{9D8B030D-6E8A-4147-A177-3AD203B41FA5}">
                      <a16:colId xmlns:a16="http://schemas.microsoft.com/office/drawing/2014/main" val="193710762"/>
                    </a:ext>
                  </a:extLst>
                </a:gridCol>
                <a:gridCol w="2592047">
                  <a:extLst>
                    <a:ext uri="{9D8B030D-6E8A-4147-A177-3AD203B41FA5}">
                      <a16:colId xmlns:a16="http://schemas.microsoft.com/office/drawing/2014/main" val="1458554529"/>
                    </a:ext>
                  </a:extLst>
                </a:gridCol>
                <a:gridCol w="3145817">
                  <a:extLst>
                    <a:ext uri="{9D8B030D-6E8A-4147-A177-3AD203B41FA5}">
                      <a16:colId xmlns:a16="http://schemas.microsoft.com/office/drawing/2014/main" val="2264092377"/>
                    </a:ext>
                  </a:extLst>
                </a:gridCol>
              </a:tblGrid>
              <a:tr h="988819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Name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Support </a:t>
                      </a:r>
                      <a:r>
                        <a:rPr lang="en-US" sz="3200" b="1" kern="1200" dirty="0" err="1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ReLU</a:t>
                      </a:r>
                      <a:endParaRPr lang="en-US" sz="3200" b="1" kern="1200" dirty="0">
                        <a:solidFill>
                          <a:schemeClr val="lt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Support Max Pooling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 </a:t>
                      </a:r>
                      <a:r>
                        <a:rPr lang="en-US" sz="3200" b="1" kern="1200" dirty="0" err="1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Convs</a:t>
                      </a:r>
                      <a:endParaRPr lang="en-US" sz="3200" b="1" kern="1200" dirty="0">
                        <a:solidFill>
                          <a:schemeClr val="lt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Deep Neural networks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08139"/>
                  </a:ext>
                </a:extLst>
              </a:tr>
              <a:tr h="649788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CNT[2]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861255"/>
                  </a:ext>
                </a:extLst>
              </a:tr>
              <a:tr h="649788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NED[3]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13481"/>
                  </a:ext>
                </a:extLst>
              </a:tr>
              <a:tr h="649788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FCN[4]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090370"/>
                  </a:ext>
                </a:extLst>
              </a:tr>
              <a:tr h="988819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 err="1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DiNN</a:t>
                      </a:r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[5]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✔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951775"/>
                  </a:ext>
                </a:extLst>
              </a:tr>
              <a:tr h="956481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SHE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✔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✔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✔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✔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411719"/>
                  </a:ext>
                </a:extLst>
              </a:tr>
            </a:tbl>
          </a:graphicData>
        </a:graphic>
      </p:graphicFrame>
      <p:graphicFrame>
        <p:nvGraphicFramePr>
          <p:cNvPr id="330" name="Table 329">
            <a:extLst>
              <a:ext uri="{FF2B5EF4-FFF2-40B4-BE49-F238E27FC236}">
                <a16:creationId xmlns:a16="http://schemas.microsoft.com/office/drawing/2014/main" id="{15400493-A194-4ADE-BB68-17DD2F2F6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450013"/>
              </p:ext>
            </p:extLst>
          </p:nvPr>
        </p:nvGraphicFramePr>
        <p:xfrm>
          <a:off x="7907557" y="24276744"/>
          <a:ext cx="6407245" cy="35262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9284">
                  <a:extLst>
                    <a:ext uri="{9D8B030D-6E8A-4147-A177-3AD203B41FA5}">
                      <a16:colId xmlns:a16="http://schemas.microsoft.com/office/drawing/2014/main" val="1202216376"/>
                    </a:ext>
                  </a:extLst>
                </a:gridCol>
                <a:gridCol w="1932667">
                  <a:extLst>
                    <a:ext uri="{9D8B030D-6E8A-4147-A177-3AD203B41FA5}">
                      <a16:colId xmlns:a16="http://schemas.microsoft.com/office/drawing/2014/main" val="1458554529"/>
                    </a:ext>
                  </a:extLst>
                </a:gridCol>
                <a:gridCol w="2535294">
                  <a:extLst>
                    <a:ext uri="{9D8B030D-6E8A-4147-A177-3AD203B41FA5}">
                      <a16:colId xmlns:a16="http://schemas.microsoft.com/office/drawing/2014/main" val="2264092377"/>
                    </a:ext>
                  </a:extLst>
                </a:gridCol>
              </a:tblGrid>
              <a:tr h="805424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Name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Depth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Accuracy</a:t>
                      </a:r>
                    </a:p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(%)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08139"/>
                  </a:ext>
                </a:extLst>
              </a:tr>
              <a:tr h="529272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FCN[3]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21K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98.71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13481"/>
                  </a:ext>
                </a:extLst>
              </a:tr>
              <a:tr h="529272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 err="1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DiNN</a:t>
                      </a:r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[5]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0.8K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93.34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090370"/>
                  </a:ext>
                </a:extLst>
              </a:tr>
              <a:tr h="553030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SHE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2.0K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99.54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951775"/>
                  </a:ext>
                </a:extLst>
              </a:tr>
              <a:tr h="722150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DSHE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6.2K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99.77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411719"/>
                  </a:ext>
                </a:extLst>
              </a:tr>
            </a:tbl>
          </a:graphicData>
        </a:graphic>
      </p:graphicFrame>
      <p:grpSp>
        <p:nvGrpSpPr>
          <p:cNvPr id="333" name="Group 332">
            <a:extLst>
              <a:ext uri="{FF2B5EF4-FFF2-40B4-BE49-F238E27FC236}">
                <a16:creationId xmlns:a16="http://schemas.microsoft.com/office/drawing/2014/main" id="{E26B1560-A6F6-42EB-8FBF-DEA90A4489D5}"/>
              </a:ext>
            </a:extLst>
          </p:cNvPr>
          <p:cNvGrpSpPr/>
          <p:nvPr/>
        </p:nvGrpSpPr>
        <p:grpSpPr>
          <a:xfrm>
            <a:off x="24724976" y="31033110"/>
            <a:ext cx="7852479" cy="1108553"/>
            <a:chOff x="667367" y="6526380"/>
            <a:chExt cx="15623178" cy="2720164"/>
          </a:xfrm>
        </p:grpSpPr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138FA82A-5BD2-4D50-955D-C2428F91EB84}"/>
                </a:ext>
              </a:extLst>
            </p:cNvPr>
            <p:cNvSpPr/>
            <p:nvPr/>
          </p:nvSpPr>
          <p:spPr>
            <a:xfrm>
              <a:off x="667367" y="6526380"/>
              <a:ext cx="15623178" cy="23185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R</a:t>
              </a:r>
              <a:r>
                <a:rPr lang="en-US" altLang="zh-CN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eferences</a:t>
              </a:r>
              <a:endParaRPr lang="en-US" sz="6000" b="1" dirty="0">
                <a:solidFill>
                  <a:srgbClr val="262670"/>
                </a:solidFill>
                <a:latin typeface="Garamond" panose="02020404030301010803" pitchFamily="18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C7317083-2EBC-42A9-A06A-C1B1F9592705}"/>
                </a:ext>
              </a:extLst>
            </p:cNvPr>
            <p:cNvSpPr/>
            <p:nvPr/>
          </p:nvSpPr>
          <p:spPr>
            <a:xfrm>
              <a:off x="667367" y="8752919"/>
              <a:ext cx="15179039" cy="49362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>
                  <a:alpha val="8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36" name="Rectangle 335">
            <a:extLst>
              <a:ext uri="{FF2B5EF4-FFF2-40B4-BE49-F238E27FC236}">
                <a16:creationId xmlns:a16="http://schemas.microsoft.com/office/drawing/2014/main" id="{90505D28-94B3-4451-900D-93A04FB6D75B}"/>
              </a:ext>
            </a:extLst>
          </p:cNvPr>
          <p:cNvSpPr/>
          <p:nvPr/>
        </p:nvSpPr>
        <p:spPr>
          <a:xfrm>
            <a:off x="24625562" y="33902784"/>
            <a:ext cx="799667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[2]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Dowlin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 al.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Cryptonets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Applying neural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networks to encrypted data with high throughput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accuracy. In ICML 2016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00B1349F-4E5F-43EA-A2FC-4E494509E463}"/>
              </a:ext>
            </a:extLst>
          </p:cNvPr>
          <p:cNvSpPr/>
          <p:nvPr/>
        </p:nvSpPr>
        <p:spPr>
          <a:xfrm>
            <a:off x="24616206" y="35293271"/>
            <a:ext cx="78679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[3] Chou et al. Faster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cryptonets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Leveraging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sparsity for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realworld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encrypted inference. </a:t>
            </a:r>
          </a:p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arXiv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2019.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6166B5E5-1B17-44B3-A5C6-50FF6A6E0A51}"/>
              </a:ext>
            </a:extLst>
          </p:cNvPr>
          <p:cNvSpPr/>
          <p:nvPr/>
        </p:nvSpPr>
        <p:spPr>
          <a:xfrm>
            <a:off x="24602221" y="36795385"/>
            <a:ext cx="7906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[4]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Hesamifard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 al. Deep neural networks</a:t>
            </a:r>
          </a:p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classification over encrypted data. In ACM </a:t>
            </a:r>
          </a:p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CDASP 2019.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6B273A03-7564-4200-927C-5BA192FA2DD3}"/>
              </a:ext>
            </a:extLst>
          </p:cNvPr>
          <p:cNvSpPr/>
          <p:nvPr/>
        </p:nvSpPr>
        <p:spPr>
          <a:xfrm>
            <a:off x="24582488" y="38089440"/>
            <a:ext cx="795204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[5]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Bourse,et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al. Fast homomorphic evaluation of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deep discretized neural networks. In  CRYPTO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2018.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F902F504-57E6-487D-811A-BE9FAFD2F8CB}"/>
              </a:ext>
            </a:extLst>
          </p:cNvPr>
          <p:cNvSpPr txBox="1"/>
          <p:nvPr/>
        </p:nvSpPr>
        <p:spPr>
          <a:xfrm>
            <a:off x="-902502" y="39748489"/>
            <a:ext cx="13061727" cy="180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2400" b="1" cap="none" baseline="0">
                <a:solidFill>
                  <a:srgbClr val="2626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4000" b="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IU Intelligent Systems Engineering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B11A2D6D-750A-4B19-8F13-63AB4FDD0C2D}"/>
              </a:ext>
            </a:extLst>
          </p:cNvPr>
          <p:cNvSpPr txBox="1"/>
          <p:nvPr/>
        </p:nvSpPr>
        <p:spPr>
          <a:xfrm>
            <a:off x="14788436" y="39748489"/>
            <a:ext cx="11734949" cy="136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Qian Lou</a:t>
            </a:r>
          </a:p>
          <a:p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Email: louqian@iu.edu,  Phone:+18125586704</a:t>
            </a:r>
          </a:p>
        </p:txBody>
      </p:sp>
      <p:pic>
        <p:nvPicPr>
          <p:cNvPr id="23" name="Picture 22" descr="A close up of a sign&#10;&#10;Description automatically generated">
            <a:extLst>
              <a:ext uri="{FF2B5EF4-FFF2-40B4-BE49-F238E27FC236}">
                <a16:creationId xmlns:a16="http://schemas.microsoft.com/office/drawing/2014/main" id="{5F1DCB8B-5644-4B8E-928E-85A1767810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363" y="39707419"/>
            <a:ext cx="1387434" cy="1387434"/>
          </a:xfrm>
          <a:prstGeom prst="rect">
            <a:avLst/>
          </a:prstGeom>
        </p:spPr>
      </p:pic>
      <p:sp>
        <p:nvSpPr>
          <p:cNvPr id="398" name="Rectangle 397">
            <a:extLst>
              <a:ext uri="{FF2B5EF4-FFF2-40B4-BE49-F238E27FC236}">
                <a16:creationId xmlns:a16="http://schemas.microsoft.com/office/drawing/2014/main" id="{3649B3A9-0EB4-4598-B1DF-C19AA887A901}"/>
              </a:ext>
            </a:extLst>
          </p:cNvPr>
          <p:cNvSpPr/>
          <p:nvPr/>
        </p:nvSpPr>
        <p:spPr>
          <a:xfrm>
            <a:off x="15250899" y="7324246"/>
            <a:ext cx="17016755" cy="200237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alpha val="8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2" name="Text Box 180">
            <a:extLst>
              <a:ext uri="{FF2B5EF4-FFF2-40B4-BE49-F238E27FC236}">
                <a16:creationId xmlns:a16="http://schemas.microsoft.com/office/drawing/2014/main" id="{176E8310-F0BC-46CE-9113-116E95B15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76" y="20891588"/>
            <a:ext cx="6314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naccurate </a:t>
            </a:r>
            <a:r>
              <a:rPr lang="en-US" altLang="zh-C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approximation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 Box 180">
            <a:extLst>
              <a:ext uri="{FF2B5EF4-FFF2-40B4-BE49-F238E27FC236}">
                <a16:creationId xmlns:a16="http://schemas.microsoft.com/office/drawing/2014/main" id="{E4960CB0-59CA-497D-9D37-0CD363035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0311" y="20984994"/>
            <a:ext cx="6314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Distribution distortion</a:t>
            </a:r>
          </a:p>
        </p:txBody>
      </p:sp>
      <p:sp>
        <p:nvSpPr>
          <p:cNvPr id="54" name="Text Box 180">
            <a:extLst>
              <a:ext uri="{FF2B5EF4-FFF2-40B4-BE49-F238E27FC236}">
                <a16:creationId xmlns:a16="http://schemas.microsoft.com/office/drawing/2014/main" id="{2451A337-77AF-4CAD-9749-1A8F085E2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087" y="28080367"/>
            <a:ext cx="70497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errors with deeper neural network </a:t>
            </a:r>
          </a:p>
        </p:txBody>
      </p:sp>
      <p:sp>
        <p:nvSpPr>
          <p:cNvPr id="55" name="Text Box 180">
            <a:extLst>
              <a:ext uri="{FF2B5EF4-FFF2-40B4-BE49-F238E27FC236}">
                <a16:creationId xmlns:a16="http://schemas.microsoft.com/office/drawing/2014/main" id="{D9ABE376-FF41-432B-887D-1060BFF9D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563" y="28080367"/>
            <a:ext cx="70497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 works require bigger circuits depth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9A65A5-565A-4BB8-A3B3-196C5B2CE0D6}"/>
              </a:ext>
            </a:extLst>
          </p:cNvPr>
          <p:cNvSpPr/>
          <p:nvPr/>
        </p:nvSpPr>
        <p:spPr>
          <a:xfrm>
            <a:off x="603067" y="28827285"/>
            <a:ext cx="142657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457200" eaLnBrk="0" hangingPunct="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Because of</a:t>
            </a:r>
            <a:r>
              <a:rPr lang="en-US" altLang="zh-C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distribution distortion of latent variables, even deeper neural network leads to more errors. Also, previous works like CNT [2], FCN [4] and NED [3] requires bigger circuits depth than SHE.</a:t>
            </a: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7" name="Text Box 180">
            <a:extLst>
              <a:ext uri="{FF2B5EF4-FFF2-40B4-BE49-F238E27FC236}">
                <a16:creationId xmlns:a16="http://schemas.microsoft.com/office/drawing/2014/main" id="{9BC76B8D-3253-4B50-8940-184CD61FF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9850" y="25927840"/>
            <a:ext cx="6314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Accuracy-lossless 3-bit </a:t>
            </a:r>
            <a:r>
              <a:rPr lang="en-US" altLang="zh-C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Max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8" name="Text Box 180">
            <a:extLst>
              <a:ext uri="{FF2B5EF4-FFF2-40B4-BE49-F238E27FC236}">
                <a16:creationId xmlns:a16="http://schemas.microsoft.com/office/drawing/2014/main" id="{98516A5B-D99E-407D-AE87-E4C45C84D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7962" y="30667887"/>
            <a:ext cx="6314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TFHE shift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B57B9D-D6BA-4160-B78E-12AAEDB688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42470" y="27274005"/>
            <a:ext cx="5398411" cy="3250352"/>
          </a:xfrm>
          <a:prstGeom prst="rect">
            <a:avLst/>
          </a:prstGeom>
        </p:spPr>
      </p:pic>
      <p:sp>
        <p:nvSpPr>
          <p:cNvPr id="60" name="Text Box 180">
            <a:extLst>
              <a:ext uri="{FF2B5EF4-FFF2-40B4-BE49-F238E27FC236}">
                <a16:creationId xmlns:a16="http://schemas.microsoft.com/office/drawing/2014/main" id="{83F0C9EC-A5D3-4E02-9FF0-555E6DB3F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0834" y="30543407"/>
            <a:ext cx="6314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 shift in other schemes</a:t>
            </a:r>
          </a:p>
        </p:txBody>
      </p:sp>
      <p:sp>
        <p:nvSpPr>
          <p:cNvPr id="61" name="Text Box 190">
            <a:extLst>
              <a:ext uri="{FF2B5EF4-FFF2-40B4-BE49-F238E27FC236}">
                <a16:creationId xmlns:a16="http://schemas.microsoft.com/office/drawing/2014/main" id="{4A99CF58-8A40-49EB-9820-1E0351A6F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9890" y="20555456"/>
            <a:ext cx="5248754" cy="554355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14300">
              <a:buClr>
                <a:schemeClr val="accent4">
                  <a:lumMod val="75000"/>
                </a:schemeClr>
              </a:buClr>
            </a:pP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TFHE scheme to implement </a:t>
            </a:r>
            <a:r>
              <a:rPr lang="en-US" sz="3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</a:t>
            </a: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Max</a:t>
            </a: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figures show 3-bit </a:t>
            </a:r>
            <a:r>
              <a:rPr lang="en-US" sz="3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</a:t>
            </a: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Max</a:t>
            </a: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lvl="1" indent="0" eaLnBrk="1" hangingPunct="1"/>
            <a:endParaRPr lang="en-US" sz="32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1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2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13725</TotalTime>
  <Words>626</Words>
  <Application>Microsoft Office PowerPoint</Application>
  <PresentationFormat>Custom</PresentationFormat>
  <Paragraphs>130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Arial Black</vt:lpstr>
      <vt:lpstr>Arial Narrow</vt:lpstr>
      <vt:lpstr>Calibri</vt:lpstr>
      <vt:lpstr>Courier New</vt:lpstr>
      <vt:lpstr>Garamond</vt:lpstr>
      <vt:lpstr>Tahoma</vt:lpstr>
      <vt:lpstr>Wingdings</vt:lpstr>
      <vt:lpstr>1_Custom Design</vt:lpstr>
      <vt:lpstr>2_Custom Design</vt:lpstr>
      <vt:lpstr>Office Theme</vt:lpstr>
      <vt:lpstr>PowerPoint Presentation</vt:lpstr>
    </vt:vector>
  </TitlesOfParts>
  <Company>www.PosterPresentations.com</Company>
  <LinksUpToDate>false</LinksUpToDate>
  <SharedDoc>false</SharedDoc>
  <HyperlinkBase>http://www.posterpresentations.com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100cm by 100cm Poster Template</dc:title>
  <dc:subject>Free PowerPoint poster templates</dc:subject>
  <dc:creator>A. Kotoulas</dc:creator>
  <cp:keywords>poster presentation, poster design, poster template</cp:keywords>
  <dc:description>Non-authorized printing of this poster template by any commercial printing service other than PosterPresentations.com is strictly prohibited._x000d_
Non-profit educational printing centers are exempt._x000d_
To obtain printing authorization call:_x000d_
1.866.649.3004_x000d_
_x000d_
©</dc:description>
  <cp:lastModifiedBy> </cp:lastModifiedBy>
  <cp:revision>784</cp:revision>
  <cp:lastPrinted>2013-05-30T15:51:06Z</cp:lastPrinted>
  <dcterms:created xsi:type="dcterms:W3CDTF">2014-05-08T18:29:13Z</dcterms:created>
  <dcterms:modified xsi:type="dcterms:W3CDTF">2019-10-22T01:12:29Z</dcterms:modified>
  <cp:category>Powerpoint poster templates</cp:category>
</cp:coreProperties>
</file>